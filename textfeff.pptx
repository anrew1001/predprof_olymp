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>
      <p:cViewPr>
        <p:scale>
          <a:sx n="80" d="100"/>
          <a:sy n="80" d="100"/>
        </p:scale>
        <p:origin x="170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CEA53-3899-A84A-A720-AA7D0A047F1A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BF67B-A043-6742-BA0C-453D6257CF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16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738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A53E-7965-87D1-EB06-5C893013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FC50A63-5B1C-125A-56A0-F97E08AB4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D7879A-5374-3483-EABC-CC443D67F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C205AC-CD2A-9E83-31A1-2E5BE6204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96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1E19-D891-7313-91EF-BB957E63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D73A84-6F34-2004-0B4F-465A742A0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1A3853-127C-0DC1-5385-F023D7F50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D458B-478A-E19F-12F9-673BCD166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05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8B91-9204-89E5-0BAA-F8228F66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E8325F2-5263-6674-1DA5-EAB40F05F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5683F3B-897A-F2BA-D74A-2827C53B2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9194DC-F263-A997-ADE3-B2022D6EE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962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0AB7-F998-2249-68AB-1EB9C452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D79B4-908C-F10A-C6C9-BCA8D879C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FF089F-79B5-0A76-7F2A-6EB399507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7E1566-448D-35C2-B442-28F774DA4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210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B921-D8D8-5B18-0D7D-5B1472A4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72434A-C805-3D5A-5149-032DA684C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6367377-D7A9-58B0-6DDD-3DE616C42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994AF4-87F0-D65D-6CCC-003CAD877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420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23053-3B69-5D26-E1C4-0E73A3F9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8EA83D-6795-0825-C718-AC151E988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5F4B8D1-8B8D-1791-6C9E-AD97C977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37601B-01F5-D346-743F-AD0315995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293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7001-F918-5468-A4EA-9EEBC62E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2B4BD9-490C-1F26-5B0B-3244AE577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AC9F5C-ED20-62D6-A3B2-6ABAAEEA2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950F14-2AF2-695D-99E4-C299058B2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96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EBB4-589D-9ADF-1F7E-6377A025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D289399-486C-06C8-86A3-61FB1BDBF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FAE50C-29F5-DD07-7BF2-D082E91FF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04BBFE-D12C-322F-FAA6-8C2737FB8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5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5500-6736-0B7E-6EE2-1A53306C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6FC12C2-F7B3-7B63-652A-B9736AE4B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4F57C20-60DB-BFCA-592B-FF85AE54C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B99F5-B69A-F799-06E0-D0CC62C4E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BF67B-A043-6742-BA0C-453D6257CF2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08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6F2E0-C544-4EEC-B0A8-391DDBF40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637D35-CE8E-E35F-D725-7F24EB1E0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67D597-C7DD-DA84-E3B5-5FB184D1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1EAB5B-7CFC-8DDC-7E28-F1439411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611D51-9738-5805-1B1C-8097E002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43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0BF8C-3E98-8952-2490-733B9402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CABBD-C865-8F25-E8CD-4F370693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A22DBA-BA6B-4F46-F5AA-5A451A7A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74A01-14DE-5958-4D72-DD8EEC90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97A71F-A4AB-8BBD-F2E9-30DF06BE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253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79C41-3DE9-3283-09B6-74974CB9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69B21F-F7EA-5C8B-F700-B2909027E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F269C-196C-2434-9044-15DEDFB2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F1D5A6-B533-60B3-3B95-10B83D46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50465E-BAF9-CCE7-E1C6-23518CB5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319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96E7A-19A5-10F6-1F21-4FCE8A82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8CB6C-83A7-9B6E-175A-84992BA91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D57464-2825-07F7-BAED-6FB7E3601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FFCDA8-16E4-6EDB-9342-4C45EA40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D0DA14-ED41-9EDC-6A1B-DB224B5E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0B4C75-9D20-09F5-9512-F492AEA4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06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3D4E5-ECCB-4AAA-BD83-ECF0807C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801D23-0140-60BB-B98F-E10BF1F8D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8B90C7-35E1-602D-1C02-25D6DFE6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6B89F9-F0E5-DD78-6EAB-634B35FA6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42D4DD-7BED-30C6-CA9E-5318068EB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F6E601-1B9E-3572-25BC-5B228C78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A22C48-2DFD-7148-FA97-793CC8F1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153AE4-B146-AA44-1710-08FBECB5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748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B25DD1-E79D-CF42-0BE3-17A51BAB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5A7C23-179D-4344-CB5B-AE7CFCAE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F1F95A-A57E-0981-D108-282F396F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9C33A5-FAF5-53AC-4D3F-6E62F7F2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706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66B8D7-19D1-89CC-D915-901F616F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4B82E7-F94C-5856-633D-68F3550D0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13DCE9-E7E0-A140-2D93-05E08D32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495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13A4A-FF24-747E-751A-10A342A6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107921-CE77-438F-D3FD-BAF070FF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3A2C9C-8217-7AB0-A5FC-3E4D9B1E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DEFEBD-7A1E-0761-A997-2A7AD938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90E48F-D561-6967-D14A-DA71FA41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0AA987-0092-4733-6A79-9E5296EA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694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D35E3-0251-7603-13FE-9A4E84EB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AEADCF9-127D-B22A-1D56-655072FA4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6D11A9-6B9D-0089-94B2-A4C173280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EDB323-C959-E405-E630-66369D1B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0B15BE-C1E5-7C6B-CDC4-BBF4D8EA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6F8C08-1691-CF65-FC27-DA535884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972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7EAD1-98B4-DAA6-D84A-B30B0DE5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8143E8-7EF0-83E1-036E-D5D735694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D0FD30-99F9-C3D4-604B-BA538092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880702-3ADC-4EDD-DEA7-761D0D90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016CA7-8667-94E4-AFE9-540CB72F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477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01FAAE-CF99-5B6B-7748-C46DBD826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1FCEC6-223B-FA63-4E89-022C1C567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5D4059-02F1-904B-9DE2-F3066808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66B269-E516-AC9C-9A2D-9BA4E8C3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F378B2-A206-26DA-3CFB-F3A5D743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49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82000">
              <a:schemeClr val="accent2">
                <a:lumMod val="93000"/>
                <a:lumOff val="7000"/>
              </a:schemeClr>
            </a:gs>
            <a:gs pos="93000">
              <a:schemeClr val="accent2">
                <a:lumMod val="75000"/>
              </a:schemeClr>
            </a:gs>
            <a:gs pos="99000">
              <a:schemeClr val="accent2">
                <a:lumMod val="50000"/>
              </a:schemeClr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BC808-4B07-47C2-F363-46190AD8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B12F85-1DA9-C3D5-7241-9F313584C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B134BF-64E9-FEC0-BCC6-EF01B092F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8F827-6D3F-5141-9CDA-73AC3C5DB65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B3A29B-4E32-B962-CCC2-BFCD5C293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1E33E9-A7E6-0440-0AA5-408E111B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853C-3762-444D-9DFF-4061110EE3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1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3793D8-F465-BBD6-85EF-4FB2DEB83F4A}"/>
              </a:ext>
            </a:extLst>
          </p:cNvPr>
          <p:cNvSpPr txBox="1"/>
          <p:nvPr/>
        </p:nvSpPr>
        <p:spPr>
          <a:xfrm>
            <a:off x="3271141" y="265188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725959-6E31-64BB-A1AB-B07B7A64179F}"/>
              </a:ext>
            </a:extLst>
          </p:cNvPr>
          <p:cNvSpPr txBox="1"/>
          <p:nvPr/>
        </p:nvSpPr>
        <p:spPr>
          <a:xfrm>
            <a:off x="2048336" y="2651886"/>
            <a:ext cx="1468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D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E7AE1F-86E7-652C-D21B-FF47E45C3606}"/>
              </a:ext>
            </a:extLst>
          </p:cNvPr>
          <p:cNvSpPr txBox="1"/>
          <p:nvPr/>
        </p:nvSpPr>
        <p:spPr>
          <a:xfrm>
            <a:off x="5360159" y="2666204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50009-EB58-A5AD-14A7-823210BB41EB}"/>
              </a:ext>
            </a:extLst>
          </p:cNvPr>
          <p:cNvSpPr txBox="1"/>
          <p:nvPr/>
        </p:nvSpPr>
        <p:spPr>
          <a:xfrm>
            <a:off x="4340057" y="2644170"/>
            <a:ext cx="14045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V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55D815-BB58-1C40-C981-C98481E6B951}"/>
              </a:ext>
            </a:extLst>
          </p:cNvPr>
          <p:cNvSpPr txBox="1"/>
          <p:nvPr/>
        </p:nvSpPr>
        <p:spPr>
          <a:xfrm>
            <a:off x="6253099" y="264417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9A0C6A-1F09-3ACE-671C-15D2025CE588}"/>
              </a:ext>
            </a:extLst>
          </p:cNvPr>
          <p:cNvSpPr txBox="1"/>
          <p:nvPr/>
        </p:nvSpPr>
        <p:spPr>
          <a:xfrm>
            <a:off x="7390708" y="2644292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6F7EE8-27E9-F975-08D7-DD7CEC3739A2}"/>
              </a:ext>
            </a:extLst>
          </p:cNvPr>
          <p:cNvSpPr txBox="1"/>
          <p:nvPr/>
        </p:nvSpPr>
        <p:spPr>
          <a:xfrm>
            <a:off x="8606865" y="2644170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0F066-9D5A-375A-4B9E-A877DB09E246}"/>
              </a:ext>
            </a:extLst>
          </p:cNvPr>
          <p:cNvSpPr txBox="1"/>
          <p:nvPr/>
        </p:nvSpPr>
        <p:spPr>
          <a:xfrm>
            <a:off x="4724965" y="6027003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5F8B7-AC23-EC47-53EC-9A92943C210D}"/>
              </a:ext>
            </a:extLst>
          </p:cNvPr>
          <p:cNvSpPr txBox="1"/>
          <p:nvPr/>
        </p:nvSpPr>
        <p:spPr>
          <a:xfrm>
            <a:off x="5143582" y="6027003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C8FD3-5B90-6C80-7E7B-7E15D9654D5A}"/>
              </a:ext>
            </a:extLst>
          </p:cNvPr>
          <p:cNvSpPr txBox="1"/>
          <p:nvPr/>
        </p:nvSpPr>
        <p:spPr>
          <a:xfrm>
            <a:off x="5574703" y="6015466"/>
            <a:ext cx="521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7129D8-6998-E612-B07D-7329DF719FB5}"/>
              </a:ext>
            </a:extLst>
          </p:cNvPr>
          <p:cNvSpPr txBox="1"/>
          <p:nvPr/>
        </p:nvSpPr>
        <p:spPr>
          <a:xfrm>
            <a:off x="6454165" y="601546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FEBD80-CD34-F5F6-FEC3-9B481446B575}"/>
              </a:ext>
            </a:extLst>
          </p:cNvPr>
          <p:cNvSpPr txBox="1"/>
          <p:nvPr/>
        </p:nvSpPr>
        <p:spPr>
          <a:xfrm>
            <a:off x="5980816" y="6015466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AB93FF-9026-98FB-3F12-2A4AA10CDF6E}"/>
              </a:ext>
            </a:extLst>
          </p:cNvPr>
          <p:cNvSpPr txBox="1"/>
          <p:nvPr/>
        </p:nvSpPr>
        <p:spPr>
          <a:xfrm>
            <a:off x="6887674" y="6015465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С</a:t>
            </a:r>
          </a:p>
        </p:txBody>
      </p:sp>
    </p:spTree>
    <p:extLst>
      <p:ext uri="{BB962C8B-B14F-4D97-AF65-F5344CB8AC3E}">
        <p14:creationId xmlns:p14="http://schemas.microsoft.com/office/powerpoint/2010/main" val="2639375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2E48-77F2-2B61-D822-90EA8D15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939152-1E12-E92D-C026-56F843517407}"/>
              </a:ext>
            </a:extLst>
          </p:cNvPr>
          <p:cNvSpPr txBox="1"/>
          <p:nvPr/>
        </p:nvSpPr>
        <p:spPr>
          <a:xfrm>
            <a:off x="311143" y="2761827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7C088-70A4-D4FE-6F4C-3FC6E72CD8BC}"/>
              </a:ext>
            </a:extLst>
          </p:cNvPr>
          <p:cNvSpPr txBox="1"/>
          <p:nvPr/>
        </p:nvSpPr>
        <p:spPr>
          <a:xfrm>
            <a:off x="311143" y="1192167"/>
            <a:ext cx="1468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D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01A9C-56F7-44EF-4C6D-D93272668A28}"/>
              </a:ext>
            </a:extLst>
          </p:cNvPr>
          <p:cNvSpPr txBox="1"/>
          <p:nvPr/>
        </p:nvSpPr>
        <p:spPr>
          <a:xfrm>
            <a:off x="344806" y="-5522616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B1FA2-95B7-80C6-A780-DBA3E1030CA5}"/>
              </a:ext>
            </a:extLst>
          </p:cNvPr>
          <p:cNvSpPr txBox="1"/>
          <p:nvPr/>
        </p:nvSpPr>
        <p:spPr>
          <a:xfrm>
            <a:off x="335187" y="4142631"/>
            <a:ext cx="14045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V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C7DBA-EBFC-CAA3-F416-FC6E2BF1F0C6}"/>
              </a:ext>
            </a:extLst>
          </p:cNvPr>
          <p:cNvSpPr txBox="1"/>
          <p:nvPr/>
        </p:nvSpPr>
        <p:spPr>
          <a:xfrm>
            <a:off x="255037" y="-4227336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E6C648-D113-56FB-EE28-10F7C76C26A4}"/>
              </a:ext>
            </a:extLst>
          </p:cNvPr>
          <p:cNvSpPr txBox="1"/>
          <p:nvPr/>
        </p:nvSpPr>
        <p:spPr>
          <a:xfrm>
            <a:off x="304732" y="-2864940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E441A5-2CBF-0E57-1851-3D0D04CDC326}"/>
              </a:ext>
            </a:extLst>
          </p:cNvPr>
          <p:cNvSpPr txBox="1"/>
          <p:nvPr/>
        </p:nvSpPr>
        <p:spPr>
          <a:xfrm>
            <a:off x="350416" y="-1569660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0EA58-958B-6485-4518-C6F1AB9AB57B}"/>
              </a:ext>
            </a:extLst>
          </p:cNvPr>
          <p:cNvSpPr txBox="1"/>
          <p:nvPr/>
        </p:nvSpPr>
        <p:spPr>
          <a:xfrm>
            <a:off x="6366030" y="559734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54244-EC0F-2CC3-3E6E-9CAC420D52F2}"/>
              </a:ext>
            </a:extLst>
          </p:cNvPr>
          <p:cNvSpPr txBox="1"/>
          <p:nvPr/>
        </p:nvSpPr>
        <p:spPr>
          <a:xfrm>
            <a:off x="5892681" y="5608882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30A05-6DED-854B-BF6A-BC63C4E96967}"/>
              </a:ext>
            </a:extLst>
          </p:cNvPr>
          <p:cNvSpPr txBox="1"/>
          <p:nvPr/>
        </p:nvSpPr>
        <p:spPr>
          <a:xfrm>
            <a:off x="5251280" y="5609137"/>
            <a:ext cx="521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29CA7-D7A5-25FB-AE02-185CEFD97A1A}"/>
              </a:ext>
            </a:extLst>
          </p:cNvPr>
          <p:cNvSpPr txBox="1"/>
          <p:nvPr/>
        </p:nvSpPr>
        <p:spPr>
          <a:xfrm>
            <a:off x="6366030" y="5585808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35D2C-C564-E449-10A6-B55F262ED4DF}"/>
              </a:ext>
            </a:extLst>
          </p:cNvPr>
          <p:cNvSpPr txBox="1"/>
          <p:nvPr/>
        </p:nvSpPr>
        <p:spPr>
          <a:xfrm>
            <a:off x="5892681" y="5585808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BAE0D-9509-C60C-3831-0C20301B7232}"/>
              </a:ext>
            </a:extLst>
          </p:cNvPr>
          <p:cNvSpPr txBox="1"/>
          <p:nvPr/>
        </p:nvSpPr>
        <p:spPr>
          <a:xfrm>
            <a:off x="6799539" y="5585807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0B7716-C583-7FE8-0716-1C5484BEEE5A}"/>
              </a:ext>
            </a:extLst>
          </p:cNvPr>
          <p:cNvSpPr txBox="1"/>
          <p:nvPr/>
        </p:nvSpPr>
        <p:spPr>
          <a:xfrm>
            <a:off x="2619319" y="1192167"/>
            <a:ext cx="70728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МЫ КОМАНДА ИЗ ШКОЛЫ 1502 КОРПУС ГАММА РЕШИЛИ ПОПРОБОВАТЬ СВОИ СИЛЫ В ПРЕДПРОФЕССИАНАЛЬНОЙ ОЛИПИАДЕ ДЛЯ КОГО-ТО ИЗ НАС ЭТО ТРЕНЕРОВКА</a:t>
            </a: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,</a:t>
            </a:r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А ДЛЯ КОГО-ТО БИЛЕТ В ТОПОВЫЕ УНИВЕРСИТЕТЫ</a:t>
            </a: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.</a:t>
            </a:r>
            <a:endParaRPr lang="ru-RU" sz="3600" dirty="0">
              <a:solidFill>
                <a:schemeClr val="accent5">
                  <a:lumMod val="60000"/>
                  <a:lumOff val="40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31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74A2-A115-72DA-FBB3-E981D585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638806-6BCA-933B-C05A-FF545AA35156}"/>
              </a:ext>
            </a:extLst>
          </p:cNvPr>
          <p:cNvSpPr txBox="1"/>
          <p:nvPr/>
        </p:nvSpPr>
        <p:spPr>
          <a:xfrm>
            <a:off x="311143" y="8904719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CFFE8-D9F7-6DB0-401D-906C5C8F0E2F}"/>
              </a:ext>
            </a:extLst>
          </p:cNvPr>
          <p:cNvSpPr txBox="1"/>
          <p:nvPr/>
        </p:nvSpPr>
        <p:spPr>
          <a:xfrm>
            <a:off x="311143" y="7335059"/>
            <a:ext cx="1468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D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8F758-A0A8-0F27-155A-8B6D64B207C2}"/>
              </a:ext>
            </a:extLst>
          </p:cNvPr>
          <p:cNvSpPr txBox="1"/>
          <p:nvPr/>
        </p:nvSpPr>
        <p:spPr>
          <a:xfrm>
            <a:off x="344806" y="620276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F5FB2-75A8-AF0B-2C04-7F9FA4C94E51}"/>
              </a:ext>
            </a:extLst>
          </p:cNvPr>
          <p:cNvSpPr txBox="1"/>
          <p:nvPr/>
        </p:nvSpPr>
        <p:spPr>
          <a:xfrm>
            <a:off x="335187" y="10285523"/>
            <a:ext cx="14045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V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D12A1-D9E8-6667-B64B-346441DDFCE3}"/>
              </a:ext>
            </a:extLst>
          </p:cNvPr>
          <p:cNvSpPr txBox="1"/>
          <p:nvPr/>
        </p:nvSpPr>
        <p:spPr>
          <a:xfrm>
            <a:off x="255037" y="1915556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B3FBB1-DEC0-0849-6601-F31819CBEA60}"/>
              </a:ext>
            </a:extLst>
          </p:cNvPr>
          <p:cNvSpPr txBox="1"/>
          <p:nvPr/>
        </p:nvSpPr>
        <p:spPr>
          <a:xfrm>
            <a:off x="304732" y="3277952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F7791E-9E7C-7C97-678A-1860CF7A002A}"/>
              </a:ext>
            </a:extLst>
          </p:cNvPr>
          <p:cNvSpPr txBox="1"/>
          <p:nvPr/>
        </p:nvSpPr>
        <p:spPr>
          <a:xfrm>
            <a:off x="350416" y="4573232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82EBB7-5758-E7D7-E448-EECC3E8B5D1F}"/>
              </a:ext>
            </a:extLst>
          </p:cNvPr>
          <p:cNvSpPr txBox="1"/>
          <p:nvPr/>
        </p:nvSpPr>
        <p:spPr>
          <a:xfrm>
            <a:off x="6319434" y="705826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97446-F100-5F1D-0D0C-E894F214FD7A}"/>
              </a:ext>
            </a:extLst>
          </p:cNvPr>
          <p:cNvSpPr txBox="1"/>
          <p:nvPr/>
        </p:nvSpPr>
        <p:spPr>
          <a:xfrm>
            <a:off x="5846085" y="7069802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17D26-3612-8C97-203B-582D545EDB22}"/>
              </a:ext>
            </a:extLst>
          </p:cNvPr>
          <p:cNvSpPr txBox="1"/>
          <p:nvPr/>
        </p:nvSpPr>
        <p:spPr>
          <a:xfrm>
            <a:off x="5204684" y="7070057"/>
            <a:ext cx="521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8F5EB-6A19-B93F-101D-28CB97DD1722}"/>
              </a:ext>
            </a:extLst>
          </p:cNvPr>
          <p:cNvSpPr txBox="1"/>
          <p:nvPr/>
        </p:nvSpPr>
        <p:spPr>
          <a:xfrm>
            <a:off x="6319434" y="7046728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C02B2-DC02-850C-2541-81C78043EF5D}"/>
              </a:ext>
            </a:extLst>
          </p:cNvPr>
          <p:cNvSpPr txBox="1"/>
          <p:nvPr/>
        </p:nvSpPr>
        <p:spPr>
          <a:xfrm>
            <a:off x="5846085" y="7046728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EA195-322B-956F-799D-DD9EA2A1E490}"/>
              </a:ext>
            </a:extLst>
          </p:cNvPr>
          <p:cNvSpPr txBox="1"/>
          <p:nvPr/>
        </p:nvSpPr>
        <p:spPr>
          <a:xfrm>
            <a:off x="6752943" y="7046727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E2A22-D4EC-1748-A196-112773EA8DF3}"/>
              </a:ext>
            </a:extLst>
          </p:cNvPr>
          <p:cNvSpPr txBox="1"/>
          <p:nvPr/>
        </p:nvSpPr>
        <p:spPr>
          <a:xfrm>
            <a:off x="2356266" y="-3952956"/>
            <a:ext cx="70728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МЫ КОМАНДА ИЗ ШКОЛЫ 1502 КОРПУС ГАММА РЕШИЛИ ПОПРОБОВАТЬ СВОИ СИЛЫ В ПРЕДПРОФЕССИАНАЛЬНОЙ ОЛИПИАДЕ ДЛЯ КОГО-ТО ИЗ НАС ЭТО ТРЕНЕРОВКА</a:t>
            </a: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,</a:t>
            </a:r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А ДЛЯ КОГО-ТО БИЛЕТ В ТОПОВЫЕ УНИВЕРСИТЕТЫ</a:t>
            </a: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.</a:t>
            </a:r>
            <a:endParaRPr lang="ru-RU" sz="3600" dirty="0">
              <a:solidFill>
                <a:schemeClr val="accent5">
                  <a:lumMod val="60000"/>
                  <a:lumOff val="4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6A851-A8CA-F767-9CA3-9FEAF9C702C7}"/>
              </a:ext>
            </a:extLst>
          </p:cNvPr>
          <p:cNvSpPr txBox="1"/>
          <p:nvPr/>
        </p:nvSpPr>
        <p:spPr>
          <a:xfrm>
            <a:off x="5363581" y="5727393"/>
            <a:ext cx="1491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ЦЕЛЬ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E8BA4-143A-C8E2-7A4A-B28C8397146D}"/>
              </a:ext>
            </a:extLst>
          </p:cNvPr>
          <p:cNvSpPr txBox="1"/>
          <p:nvPr/>
        </p:nvSpPr>
        <p:spPr>
          <a:xfrm>
            <a:off x="2356266" y="975683"/>
            <a:ext cx="7072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ПЕРЕД НАМИ СТОЯЛА ЗАДАЧА СОЗДАТЬ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                 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	</a:t>
            </a:r>
            <a:r>
              <a:rPr lang="en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Gill Sans Ultra Bold" panose="020B0A02020104020203" pitchFamily="34" charset="0"/>
              </a:rPr>
              <a:t>-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модель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ДЛЯ АНАЛИЗА И КЛАССИФИКАЦИИ ОТПРАВИТЕЛЕЙ</a:t>
            </a:r>
            <a:endParaRPr lang="ru-RU" sz="3600" dirty="0">
              <a:solidFill>
                <a:schemeClr val="accent5">
                  <a:lumMod val="60000"/>
                  <a:lumOff val="4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0CF79-D82C-DD81-4F97-17F4597E35C6}"/>
              </a:ext>
            </a:extLst>
          </p:cNvPr>
          <p:cNvSpPr txBox="1"/>
          <p:nvPr/>
        </p:nvSpPr>
        <p:spPr>
          <a:xfrm>
            <a:off x="4134434" y="1473686"/>
            <a:ext cx="652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8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48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19517-3E4D-4952-E0FB-7CB1564F6041}"/>
              </a:ext>
            </a:extLst>
          </p:cNvPr>
          <p:cNvSpPr txBox="1"/>
          <p:nvPr/>
        </p:nvSpPr>
        <p:spPr>
          <a:xfrm>
            <a:off x="4739060" y="1483410"/>
            <a:ext cx="6708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8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48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23E27-84E5-16BE-5A3A-F470BCB8F996}"/>
              </a:ext>
            </a:extLst>
          </p:cNvPr>
          <p:cNvSpPr txBox="1"/>
          <p:nvPr/>
        </p:nvSpPr>
        <p:spPr>
          <a:xfrm>
            <a:off x="5334194" y="1487904"/>
            <a:ext cx="5808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8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62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6068-BCAF-D1E6-6510-394DF148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4C0250B-020B-FF0B-47B7-94083F733BDF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9518C-AF66-F01E-D19F-B2AC6CF3519C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D70D0-CCE3-B021-8760-C05506C4B508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0E125-CE20-6E6A-D7EA-53D0DFC4B507}"/>
              </a:ext>
            </a:extLst>
          </p:cNvPr>
          <p:cNvSpPr txBox="1"/>
          <p:nvPr/>
        </p:nvSpPr>
        <p:spPr>
          <a:xfrm>
            <a:off x="5350443" y="6858000"/>
            <a:ext cx="1491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ЦЕЛЬ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2EC73-A005-6571-8A8A-6668DC3141BB}"/>
              </a:ext>
            </a:extLst>
          </p:cNvPr>
          <p:cNvSpPr txBox="1"/>
          <p:nvPr/>
        </p:nvSpPr>
        <p:spPr>
          <a:xfrm>
            <a:off x="2256177" y="-2643996"/>
            <a:ext cx="7072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ПЕРЕД НАМИ СТОЯЛА ЗАДАЧА СОЗДАТЬ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                 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	</a:t>
            </a:r>
            <a:r>
              <a:rPr lang="en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Gill Sans Ultra Bold" panose="020B0A02020104020203" pitchFamily="34" charset="0"/>
              </a:rPr>
              <a:t>-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модель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ДЛЯ АНАЛИЗА И КЛАССИФИКАЦИИ ОТПРАВИТЕЛЕЙ</a:t>
            </a:r>
            <a:endParaRPr lang="ru-RU" sz="3600" dirty="0">
              <a:solidFill>
                <a:schemeClr val="accent5">
                  <a:lumMod val="60000"/>
                  <a:lumOff val="4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FF4B5-A4E7-384D-603C-42FCF00E9709}"/>
              </a:ext>
            </a:extLst>
          </p:cNvPr>
          <p:cNvSpPr txBox="1"/>
          <p:nvPr/>
        </p:nvSpPr>
        <p:spPr>
          <a:xfrm>
            <a:off x="55047" y="1234710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CA72F-00B9-D9E8-4D3A-907EB852B81D}"/>
              </a:ext>
            </a:extLst>
          </p:cNvPr>
          <p:cNvSpPr txBox="1"/>
          <p:nvPr/>
        </p:nvSpPr>
        <p:spPr>
          <a:xfrm>
            <a:off x="88969" y="2597106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548923-95FD-E805-9B17-2A21D1841D41}"/>
              </a:ext>
            </a:extLst>
          </p:cNvPr>
          <p:cNvSpPr txBox="1"/>
          <p:nvPr/>
        </p:nvSpPr>
        <p:spPr>
          <a:xfrm>
            <a:off x="133980" y="3925944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C06BB0-54FC-5BEB-B1A6-06E2D4351FB0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0D827A-168A-418E-A773-6C24377FC185}"/>
              </a:ext>
            </a:extLst>
          </p:cNvPr>
          <p:cNvSpPr txBox="1"/>
          <p:nvPr/>
        </p:nvSpPr>
        <p:spPr>
          <a:xfrm>
            <a:off x="2912158" y="1304444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CC02AA-9ACD-12BD-7A8C-D78177B5A714}"/>
              </a:ext>
            </a:extLst>
          </p:cNvPr>
          <p:cNvSpPr txBox="1"/>
          <p:nvPr/>
        </p:nvSpPr>
        <p:spPr>
          <a:xfrm>
            <a:off x="2345624" y="1065906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53882A-A480-4E28-0CD5-3BA81C91EFF8}"/>
              </a:ext>
            </a:extLst>
          </p:cNvPr>
          <p:cNvSpPr txBox="1"/>
          <p:nvPr/>
        </p:nvSpPr>
        <p:spPr>
          <a:xfrm>
            <a:off x="-1594373" y="4895182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5473AB-9EC8-DFCF-B7A0-9BB51D0F48F7}"/>
              </a:ext>
            </a:extLst>
          </p:cNvPr>
          <p:cNvSpPr txBox="1"/>
          <p:nvPr/>
        </p:nvSpPr>
        <p:spPr>
          <a:xfrm>
            <a:off x="-1594372" y="2052297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A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893F26-5D9F-F472-9607-E4B27DF32F14}"/>
              </a:ext>
            </a:extLst>
          </p:cNvPr>
          <p:cNvSpPr txBox="1"/>
          <p:nvPr/>
        </p:nvSpPr>
        <p:spPr>
          <a:xfrm>
            <a:off x="-1583491" y="3452166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EB5232-1F25-8453-E954-4E6302095ECE}"/>
              </a:ext>
            </a:extLst>
          </p:cNvPr>
          <p:cNvSpPr txBox="1"/>
          <p:nvPr/>
        </p:nvSpPr>
        <p:spPr>
          <a:xfrm>
            <a:off x="-1583491" y="519614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F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117F92E-6A66-D6E4-8B08-1BF577F61C45}"/>
              </a:ext>
            </a:extLst>
          </p:cNvPr>
          <p:cNvSpPr/>
          <p:nvPr/>
        </p:nvSpPr>
        <p:spPr>
          <a:xfrm rot="20262432">
            <a:off x="-2417722" y="1819083"/>
            <a:ext cx="2286000" cy="3578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1BEF492-BD40-4D97-4BDF-F5D59B196025}"/>
              </a:ext>
            </a:extLst>
          </p:cNvPr>
          <p:cNvSpPr/>
          <p:nvPr/>
        </p:nvSpPr>
        <p:spPr>
          <a:xfrm rot="1549826">
            <a:off x="-2436405" y="4691709"/>
            <a:ext cx="2286000" cy="3578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993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BC215-03F0-FD39-2889-E93492D1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0225BBA-DCB3-B0B6-7FE5-F9752B0FE76E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F9CB9-9274-3578-8E01-D7BBA5E3040C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D646A8-9656-333B-B6F1-2CC39B249058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AFC9E-74E6-ECBA-2D50-1B9F2FDDF8EE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741D9-CE94-D4DD-7B28-6A95F5D3819A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730448-E8DE-7294-C00A-CA99E297CA80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5F6FBD-857C-BBF1-0043-DBD1DD60BF72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83DE8-E2EC-B99B-58C1-E221F6F1E658}"/>
              </a:ext>
            </a:extLst>
          </p:cNvPr>
          <p:cNvSpPr txBox="1"/>
          <p:nvPr/>
        </p:nvSpPr>
        <p:spPr>
          <a:xfrm>
            <a:off x="2559585" y="-3029016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5901A-B910-678D-138D-D52DC7CAA910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BE8F55-C8A5-F24B-7BF8-B90DED284A61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A0574-CDBB-52CF-0CB1-7D6080C0943B}"/>
              </a:ext>
            </a:extLst>
          </p:cNvPr>
          <p:cNvSpPr txBox="1"/>
          <p:nvPr/>
        </p:nvSpPr>
        <p:spPr>
          <a:xfrm>
            <a:off x="91803" y="2090655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A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A032E6-A38C-74DF-ECF0-08FA2AAA449F}"/>
              </a:ext>
            </a:extLst>
          </p:cNvPr>
          <p:cNvSpPr txBox="1"/>
          <p:nvPr/>
        </p:nvSpPr>
        <p:spPr>
          <a:xfrm>
            <a:off x="102684" y="3490524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A6C3DC-80FD-5307-ABFB-0DBF46ACC8B6}"/>
              </a:ext>
            </a:extLst>
          </p:cNvPr>
          <p:cNvSpPr txBox="1"/>
          <p:nvPr/>
        </p:nvSpPr>
        <p:spPr>
          <a:xfrm>
            <a:off x="102684" y="557972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F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494459-E6D5-804E-D649-20246A9A8C57}"/>
              </a:ext>
            </a:extLst>
          </p:cNvPr>
          <p:cNvSpPr/>
          <p:nvPr/>
        </p:nvSpPr>
        <p:spPr>
          <a:xfrm rot="20262432">
            <a:off x="1582778" y="1767053"/>
            <a:ext cx="2286000" cy="3578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060108-76CA-859D-C90A-82B0DD977227}"/>
              </a:ext>
            </a:extLst>
          </p:cNvPr>
          <p:cNvSpPr/>
          <p:nvPr/>
        </p:nvSpPr>
        <p:spPr>
          <a:xfrm rot="1549826">
            <a:off x="1564095" y="4639679"/>
            <a:ext cx="2286000" cy="3578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9817CD0-BF5D-29E2-DFE6-DCD8093BCC29}"/>
              </a:ext>
            </a:extLst>
          </p:cNvPr>
          <p:cNvSpPr txBox="1"/>
          <p:nvPr/>
        </p:nvSpPr>
        <p:spPr>
          <a:xfrm>
            <a:off x="4387926" y="806643"/>
            <a:ext cx="7072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70C0"/>
                </a:solidFill>
                <a:latin typeface="Braggadocio" pitchFamily="82" charset="0"/>
                <a:hlinkClick r:id="rId3" action="ppaction://hlinksldjump"/>
              </a:rPr>
              <a:t>ADMIN</a:t>
            </a:r>
            <a:endParaRPr lang="ru-RU" sz="72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F39514-B3F0-930D-1852-4FD31A927168}"/>
              </a:ext>
            </a:extLst>
          </p:cNvPr>
          <p:cNvSpPr txBox="1"/>
          <p:nvPr/>
        </p:nvSpPr>
        <p:spPr>
          <a:xfrm>
            <a:off x="4387925" y="4518041"/>
            <a:ext cx="7072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70C0"/>
                </a:solidFill>
                <a:latin typeface="Braggadocio" pitchFamily="82" charset="0"/>
                <a:hlinkClick r:id="rId4" action="ppaction://hlinksldjump"/>
              </a:rPr>
              <a:t>USER</a:t>
            </a:r>
            <a:endParaRPr lang="ru-RU" sz="72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12" name="TextBox 11">
            <a:hlinkClick r:id="rId5" action="ppaction://hlinksldjump"/>
            <a:extLst>
              <a:ext uri="{FF2B5EF4-FFF2-40B4-BE49-F238E27FC236}">
                <a16:creationId xmlns:a16="http://schemas.microsoft.com/office/drawing/2014/main" id="{511BE768-F268-AE7B-7411-BB7924F8F1AC}"/>
              </a:ext>
            </a:extLst>
          </p:cNvPr>
          <p:cNvSpPr txBox="1"/>
          <p:nvPr/>
        </p:nvSpPr>
        <p:spPr>
          <a:xfrm>
            <a:off x="10197548" y="6106932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Braggadocio" pitchFamily="82" charset="0"/>
                <a:hlinkClick r:id="rId5" action="ppaction://hlinksldjump"/>
              </a:rPr>
              <a:t>NEXT</a:t>
            </a:r>
            <a:endParaRPr lang="en-US" sz="3200" b="1" dirty="0">
              <a:solidFill>
                <a:srgbClr val="0070C0"/>
              </a:solidFill>
              <a:latin typeface="Braggadocio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14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9882-B002-6A53-68F9-64714C9A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06D122B-D3CC-8AA5-3C5C-546ED2A69CE3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F207BE-0EBD-3943-CC47-901FCDA98F23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A5720D-BEC1-B527-60F1-DE9DC07F1FC4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06D44-2912-F706-7FA2-2F33C222F088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F3030-F172-B4A3-F43A-513206915051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F511C-7B05-D981-43C4-DFEC097810AE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6E1CE-C15F-90B6-2BC6-78AA9410CE66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C89EA-646B-1012-BDEE-07F3B492E32F}"/>
              </a:ext>
            </a:extLst>
          </p:cNvPr>
          <p:cNvSpPr txBox="1"/>
          <p:nvPr/>
        </p:nvSpPr>
        <p:spPr>
          <a:xfrm>
            <a:off x="2559585" y="-3029016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6503F2-0A97-1B05-6615-1DBEED01B36F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0D2ED-A5A9-7791-E34E-5BDE014C5532}"/>
              </a:ext>
            </a:extLst>
          </p:cNvPr>
          <p:cNvSpPr txBox="1"/>
          <p:nvPr/>
        </p:nvSpPr>
        <p:spPr>
          <a:xfrm>
            <a:off x="3191188" y="354800"/>
            <a:ext cx="58096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ADMIN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1F477-1E59-C98B-6D21-9D850CB4C004}"/>
              </a:ext>
            </a:extLst>
          </p:cNvPr>
          <p:cNvSpPr txBox="1"/>
          <p:nvPr/>
        </p:nvSpPr>
        <p:spPr>
          <a:xfrm>
            <a:off x="10257181" y="6273225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Braggadocio" pitchFamily="82" charset="0"/>
                <a:hlinkClick r:id="rId3" action="ppaction://hlinksldjump"/>
              </a:rPr>
              <a:t>BACK</a:t>
            </a:r>
            <a:endParaRPr lang="en-US" sz="3200" b="1" dirty="0">
              <a:solidFill>
                <a:srgbClr val="0070C0"/>
              </a:solidFill>
              <a:latin typeface="Braggadocio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63D6F-E448-417C-9A1E-78279BA31672}"/>
              </a:ext>
            </a:extLst>
          </p:cNvPr>
          <p:cNvSpPr txBox="1"/>
          <p:nvPr/>
        </p:nvSpPr>
        <p:spPr>
          <a:xfrm>
            <a:off x="2645090" y="2649540"/>
            <a:ext cx="7072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МЫ реализовали регистрацию новых пользователей в веб интерфейсе</a:t>
            </a:r>
          </a:p>
        </p:txBody>
      </p:sp>
    </p:spTree>
    <p:extLst>
      <p:ext uri="{BB962C8B-B14F-4D97-AF65-F5344CB8AC3E}">
        <p14:creationId xmlns:p14="http://schemas.microsoft.com/office/powerpoint/2010/main" val="4030812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9410-C08C-A6CC-F905-062B8F97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D305243-0C6C-3A3F-E69F-23008FD242AA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2BD60A-E51D-FD73-1F8C-C202E1E1035C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F9EEF-5D34-2331-1F6E-5C8FC8D605DA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A4481-A4FC-735A-96CE-C11E2FFF3FE8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D8141-79BE-8972-51BD-E3694B6E9448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CF3061-898A-EBA7-A3FA-2C70EA3AB25A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844B35-2FE7-D58C-7823-2BE2B5FA21C6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F071E-D591-7E55-F4A9-D90AF2A2C257}"/>
              </a:ext>
            </a:extLst>
          </p:cNvPr>
          <p:cNvSpPr txBox="1"/>
          <p:nvPr/>
        </p:nvSpPr>
        <p:spPr>
          <a:xfrm>
            <a:off x="2559585" y="-3029016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92C532-DFD1-5208-4654-C19B955A7AF6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5DEBD5-0CE1-D163-4CDE-482F715D35BE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145AA-58F1-D278-7E51-3FB7DB0E163C}"/>
              </a:ext>
            </a:extLst>
          </p:cNvPr>
          <p:cNvSpPr txBox="1"/>
          <p:nvPr/>
        </p:nvSpPr>
        <p:spPr>
          <a:xfrm>
            <a:off x="3757718" y="4933539"/>
            <a:ext cx="4676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USER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32415-81C3-C7BB-678C-D855F880EA56}"/>
              </a:ext>
            </a:extLst>
          </p:cNvPr>
          <p:cNvSpPr txBox="1"/>
          <p:nvPr/>
        </p:nvSpPr>
        <p:spPr>
          <a:xfrm>
            <a:off x="10336695" y="6210812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Braggadocio" pitchFamily="82" charset="0"/>
                <a:hlinkClick r:id="rId3" action="ppaction://hlinksldjump"/>
              </a:rPr>
              <a:t>BACK</a:t>
            </a:r>
            <a:endParaRPr lang="en-US" sz="3200" b="1" dirty="0">
              <a:solidFill>
                <a:srgbClr val="0070C0"/>
              </a:solidFill>
              <a:latin typeface="Braggadocio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FCFDA-F769-E942-EEAA-9265C826CD97}"/>
              </a:ext>
            </a:extLst>
          </p:cNvPr>
          <p:cNvSpPr txBox="1"/>
          <p:nvPr/>
        </p:nvSpPr>
        <p:spPr>
          <a:xfrm>
            <a:off x="3479977" y="1506259"/>
            <a:ext cx="7072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ТАК ЖЕ БЫЛО РЕАЛИЗОВАНО ОТПРАВКА ФАЙЛОВ И ПОСЛЕДУЮЩАЯ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853361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777C-3534-AB03-5FE7-53E2EF5D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9ADE777-3650-F30C-D97A-84E36AF46A3B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EA2418-742E-FAF2-5842-10CB6E93329F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9D809-FBC7-62FD-7EE0-38B66E8004B2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CD37F-9CB9-25EF-7021-C9C6382DDC51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A7255-142C-FF59-CB78-DF8F352C3D4E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28C0B-89EE-29BD-86A3-F5E0E1072812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FB3CC4-4EDF-6DBA-DCE4-7AE0631DBDB7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5A2CE6-90AA-4060-A674-6AE2AA7E8044}"/>
              </a:ext>
            </a:extLst>
          </p:cNvPr>
          <p:cNvSpPr txBox="1"/>
          <p:nvPr/>
        </p:nvSpPr>
        <p:spPr>
          <a:xfrm>
            <a:off x="2559585" y="-3029016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EC409-8C74-7F43-5216-F5601A77DC04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13CC3-C051-7454-AC45-A76836FF720E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8A813-3706-82A9-41CA-1FC9B303951C}"/>
              </a:ext>
            </a:extLst>
          </p:cNvPr>
          <p:cNvSpPr txBox="1"/>
          <p:nvPr/>
        </p:nvSpPr>
        <p:spPr>
          <a:xfrm>
            <a:off x="1220593" y="4962556"/>
            <a:ext cx="10308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DATA BASE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6689C-FF6B-886E-DF8D-9A22AECD9109}"/>
              </a:ext>
            </a:extLst>
          </p:cNvPr>
          <p:cNvSpPr txBox="1"/>
          <p:nvPr/>
        </p:nvSpPr>
        <p:spPr>
          <a:xfrm>
            <a:off x="672607" y="808039"/>
            <a:ext cx="10856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МЫ СМОГЛИ РЕАЛИЗОВАТЬ РЕАЛЬЗОВАТЬ АНАЛИЗ  ВХОДНЫХ ДАННЫХ А ТАК ЖЕ ИХ КЛАССИФИКАЦИЮ ДЛЯ УДОБНОГО ИХ ПРЕДСТАВЛЕНИЯ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5CDBB-CBB4-7922-9046-E00675E97F2D}"/>
              </a:ext>
            </a:extLst>
          </p:cNvPr>
          <p:cNvSpPr txBox="1"/>
          <p:nvPr/>
        </p:nvSpPr>
        <p:spPr>
          <a:xfrm>
            <a:off x="12192000" y="23209"/>
            <a:ext cx="5102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CODE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C5F8F-CE6D-5E5F-BA47-F720E2DCE396}"/>
              </a:ext>
            </a:extLst>
          </p:cNvPr>
          <p:cNvSpPr txBox="1"/>
          <p:nvPr/>
        </p:nvSpPr>
        <p:spPr>
          <a:xfrm>
            <a:off x="1289645" y="-1381554"/>
            <a:ext cx="10170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ANALYTICS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705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FE19-89E5-2623-94E4-A79FE8BF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611F50D-108B-6985-DBA0-D1CFD95B8EC7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2CA44-D067-C04B-7C54-21A830EEB01E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42990F-FC8C-D1DA-602F-E90B9D82FBA0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35D13-E19B-3ED5-5648-480F7AA063D8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89697-C281-F458-02CE-730C171A18DE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4C69BC-42F7-17DC-1FC1-BF3B38863C63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5955D4-5F2A-892F-B499-75FC44BF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80924" y="-10001947"/>
            <a:ext cx="7772400" cy="48577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7DBC5F-21B2-8E83-C47D-9E9DD77FE84B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2C5B33-9DE4-AF64-84ED-28C69D8BAB77}"/>
              </a:ext>
            </a:extLst>
          </p:cNvPr>
          <p:cNvSpPr txBox="1"/>
          <p:nvPr/>
        </p:nvSpPr>
        <p:spPr>
          <a:xfrm>
            <a:off x="2559585" y="-3029016"/>
            <a:ext cx="7072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Это математическая структура, обученная на больших объёмах текстов и речи, которая позволяет системам анализировать, понимать и генерировать 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язык.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149528-0A29-AD45-1365-DE6482EDE964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0CBC7B-808A-BCAE-057C-B753EEFE0640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BB7D2-56B1-2309-D2D4-99EF324BED9D}"/>
              </a:ext>
            </a:extLst>
          </p:cNvPr>
          <p:cNvSpPr txBox="1"/>
          <p:nvPr/>
        </p:nvSpPr>
        <p:spPr>
          <a:xfrm>
            <a:off x="667606" y="7400699"/>
            <a:ext cx="10856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МЫ СМОГЛИ РЕАЛИЗОВАТЬ РЕАЛЬЗОВАТЬ АНАЛИЗ  ВХОДНЫХ ДАННЫХ А ТАК ЖЕ ИХ КЛАССИФИКАЦИЮ ДЛЯ УДОБНОГО ИХ ПРЕДСТАВЛЕНИЯ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9221F4-2CBF-943D-B0A3-E154A0C83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10638" y="1347027"/>
            <a:ext cx="7772400" cy="48577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5FD79E-B729-D303-4BF2-3F3398830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680924" y="-4327460"/>
            <a:ext cx="7772400" cy="48577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F64E7A-5B5A-80BA-224A-60BBE0E16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13688" y="12986025"/>
            <a:ext cx="7772400" cy="485775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85DFAAF-9B7B-D682-0CD2-913EADED3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713688" y="7166526"/>
            <a:ext cx="7772400" cy="485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C47EC2-5B8A-39D1-8B47-10F332C43F02}"/>
              </a:ext>
            </a:extLst>
          </p:cNvPr>
          <p:cNvSpPr txBox="1"/>
          <p:nvPr/>
        </p:nvSpPr>
        <p:spPr>
          <a:xfrm>
            <a:off x="1309400" y="54478"/>
            <a:ext cx="10170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ANALYTICS</a:t>
            </a:r>
            <a:endParaRPr lang="ru-RU" sz="9600" b="1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2B2D2FA-E4D5-56D8-03E7-1817131CAA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47" y="1589884"/>
            <a:ext cx="5922848" cy="5201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233B75E-1F7C-D0CA-AFE2-DFE40F87D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4747" y="1857235"/>
            <a:ext cx="5613591" cy="466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24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68E3-F819-6C1C-485B-DFB913C1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B2BD734-43BF-8C0A-85B2-9E85B2254D08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197B7E-D4EC-DA73-FB59-4F9EA9F24863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100EE-242F-A4E3-DB8F-DBE588E2636E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98223-B53A-472A-2FCD-9EF6B369C36B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783AA-7585-C743-3E3F-051CA2873910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484B0A-DDAF-8D5D-3409-4671DA04AD69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E91296-E702-A5EC-1172-856619F7F76B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6D7C4-7407-67BF-D793-6EB99649F33C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225B5E-472D-3514-7496-6B5FA5D2DC31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9600" dirty="0">
              <a:solidFill>
                <a:srgbClr val="0070C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02479D-412A-DAF3-F4DA-5430E083C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2" y="20052"/>
            <a:ext cx="10940716" cy="683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02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8729-29A5-BE7C-4A86-5FB86A96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A9CD6B1-F912-BFA4-518D-65A6F9679285}"/>
              </a:ext>
            </a:extLst>
          </p:cNvPr>
          <p:cNvSpPr txBox="1"/>
          <p:nvPr/>
        </p:nvSpPr>
        <p:spPr>
          <a:xfrm>
            <a:off x="144816" y="6858000"/>
            <a:ext cx="12362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C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5A9018-261A-B77E-1D48-82D9EC048112}"/>
              </a:ext>
            </a:extLst>
          </p:cNvPr>
          <p:cNvSpPr txBox="1"/>
          <p:nvPr/>
        </p:nvSpPr>
        <p:spPr>
          <a:xfrm>
            <a:off x="55047" y="815328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O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D7C93-3059-F21D-00D4-384878D50A24}"/>
              </a:ext>
            </a:extLst>
          </p:cNvPr>
          <p:cNvSpPr txBox="1"/>
          <p:nvPr/>
        </p:nvSpPr>
        <p:spPr>
          <a:xfrm>
            <a:off x="104742" y="9515676"/>
            <a:ext cx="1494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R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FD405-F378-911F-EA0D-F545F8F8A651}"/>
              </a:ext>
            </a:extLst>
          </p:cNvPr>
          <p:cNvSpPr txBox="1"/>
          <p:nvPr/>
        </p:nvSpPr>
        <p:spPr>
          <a:xfrm>
            <a:off x="91802" y="6904167"/>
            <a:ext cx="652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N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EB712-2E4E-B016-93D1-7A23AE9BBC08}"/>
              </a:ext>
            </a:extLst>
          </p:cNvPr>
          <p:cNvSpPr txBox="1"/>
          <p:nvPr/>
        </p:nvSpPr>
        <p:spPr>
          <a:xfrm>
            <a:off x="125724" y="8266563"/>
            <a:ext cx="67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L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B3224-77CB-D2F6-FD71-53C33A1D053D}"/>
              </a:ext>
            </a:extLst>
          </p:cNvPr>
          <p:cNvSpPr txBox="1"/>
          <p:nvPr/>
        </p:nvSpPr>
        <p:spPr>
          <a:xfrm>
            <a:off x="170735" y="9595401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600" b="1" dirty="0">
                <a:solidFill>
                  <a:srgbClr val="0070C0"/>
                </a:solidFill>
                <a:latin typeface="Braggadocio" pitchFamily="82" charset="0"/>
              </a:rPr>
              <a:t>P</a:t>
            </a:r>
            <a:endParaRPr lang="ru-RU" sz="96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AF542E-0778-FB16-BFA2-228C1352ACBD}"/>
              </a:ext>
            </a:extLst>
          </p:cNvPr>
          <p:cNvSpPr txBox="1"/>
          <p:nvPr/>
        </p:nvSpPr>
        <p:spPr>
          <a:xfrm>
            <a:off x="91802" y="1081095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Braggadocio" pitchFamily="82" charset="0"/>
              </a:rPr>
              <a:t>E</a:t>
            </a:r>
            <a:endParaRPr lang="ru-RU" sz="9600" b="1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0D5BE1-9610-2546-1E39-33623F9DB72F}"/>
              </a:ext>
            </a:extLst>
          </p:cNvPr>
          <p:cNvSpPr txBox="1"/>
          <p:nvPr/>
        </p:nvSpPr>
        <p:spPr>
          <a:xfrm>
            <a:off x="1993051" y="-3267554"/>
            <a:ext cx="6520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600" b="1" dirty="0">
                <a:solidFill>
                  <a:srgbClr val="0070C0"/>
                </a:solidFill>
                <a:latin typeface="Braggadocio" pitchFamily="82" charset="0"/>
              </a:rPr>
              <a:t>-</a:t>
            </a:r>
            <a:endParaRPr lang="ru-RU" sz="6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60F061-F7C8-A089-CD9B-9ABBD614A24D}"/>
              </a:ext>
            </a:extLst>
          </p:cNvPr>
          <p:cNvSpPr txBox="1"/>
          <p:nvPr/>
        </p:nvSpPr>
        <p:spPr>
          <a:xfrm>
            <a:off x="91802" y="4933540"/>
            <a:ext cx="580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9600" dirty="0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9E7DE5-D7C7-D76B-F179-A1EC1B21C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6" y="3563"/>
            <a:ext cx="10893233" cy="680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79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409</Words>
  <Application>Microsoft Macintosh PowerPoint</Application>
  <PresentationFormat>Широкоэкранный</PresentationFormat>
  <Paragraphs>151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Braggadocio</vt:lpstr>
      <vt:lpstr>Calibri</vt:lpstr>
      <vt:lpstr>Calibri Light</vt:lpstr>
      <vt:lpstr>Gill Sans Ultra Bold</vt:lpstr>
      <vt:lpstr>Impact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Shpen ok</dc:creator>
  <cp:lastModifiedBy>Shpen ok</cp:lastModifiedBy>
  <cp:revision>1</cp:revision>
  <dcterms:created xsi:type="dcterms:W3CDTF">2026-03-15T05:20:59Z</dcterms:created>
  <dcterms:modified xsi:type="dcterms:W3CDTF">2026-03-15T11:04:05Z</dcterms:modified>
</cp:coreProperties>
</file>